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C842"/>
                </a:solidFill>
                <a:latin typeface="Trebuchet MS"/>
              </a:defRPr>
            </a:pPr>
            <a:r>
              <a:t>BIOME: IB ESS Exam Arena</a:t>
            </a:r>
          </a:p>
          <a:p>
            <a:pPr>
              <a:spcBef>
                <a:spcPts val="1000"/>
              </a:spcBef>
              <a:defRPr sz="1800">
                <a:solidFill>
                  <a:srgbClr val="9AA0C7"/>
                </a:solidFill>
                <a:latin typeface="Calibri"/>
              </a:defRPr>
            </a:pPr>
            <a:r>
              <a:t>Reimagining Written Assessment Preparation for Environmental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5C842"/>
                </a:solidFill>
                <a:latin typeface="Trebuchet MS"/>
              </a:defRPr>
            </a:pPr>
            <a:r>
              <a:t>⚠️ THE PROBLEM STATEMENT</a:t>
            </a:r>
          </a:p>
          <a:p>
            <a:pPr>
              <a:spcAft>
                <a:spcPts val="1200"/>
              </a:spcAft>
              <a:defRPr sz="1600">
                <a:solidFill>
                  <a:srgbClr val="F2F2FA"/>
                </a:solidFill>
                <a:latin typeface="Calibri"/>
              </a:defRPr>
            </a:pPr>
            <a:r>
              <a:t>• Traditional study companions rely heavily on multiple-choice questions (MCQs).</a:t>
            </a:r>
          </a:p>
          <a:p>
            <a:pPr>
              <a:spcAft>
                <a:spcPts val="1200"/>
              </a:spcAft>
              <a:defRPr sz="1600">
                <a:solidFill>
                  <a:srgbClr val="F2F2FA"/>
                </a:solidFill>
                <a:latin typeface="Calibri"/>
              </a:defRPr>
            </a:pPr>
            <a:r>
              <a:t>• However, the official IB DP ESS curriculum has ZERO multiple-choice questions in its written examinations.</a:t>
            </a:r>
          </a:p>
          <a:p>
            <a:pPr>
              <a:spcAft>
                <a:spcPts val="1200"/>
              </a:spcAft>
              <a:defRPr sz="1600">
                <a:solidFill>
                  <a:srgbClr val="F2F2FA"/>
                </a:solidFill>
                <a:latin typeface="Calibri"/>
              </a:defRPr>
            </a:pPr>
            <a:r>
              <a:t>• Students are assessed entirely on structured data analysis case studies (Paper 1) and evaluative 9-mark essays (Paper 2).</a:t>
            </a:r>
          </a:p>
          <a:p>
            <a:pPr>
              <a:spcAft>
                <a:spcPts val="1200"/>
              </a:spcAft>
              <a:defRPr sz="1600">
                <a:solidFill>
                  <a:srgbClr val="F2F2FA"/>
                </a:solidFill>
                <a:latin typeface="Calibri"/>
              </a:defRPr>
            </a:pPr>
            <a:r>
              <a:t>• Without proper platforms to draft, revise, and grade written answers against official rubrics, students remain unprepared for actual exam expectations.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C842"/>
                </a:solidFill>
                <a:latin typeface="Trebuchet MS"/>
              </a:defRPr>
            </a:pPr>
            <a:r>
              <a:t>The Solution: BIOME Exam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✨ Paper 1 Simulator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Interactive data response modules based on authentic IB case studies (e.g., The Salton Sea System Collapse) featuring systems flow maps and structured multi-mark questions.</a:t>
            </a:r>
          </a:p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✨ Paper 2 Section A Simulator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Thermodynamics and feedback loop questions requiring scientific explanations of feedback cycles (e.g., Permafrost Methane positive loop).</a:t>
            </a:r>
          </a:p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✨ Paper 2 Section B Essay Arena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Full-length 9-mark evaluative essay drafting zone integrating the Brundtland definition and official essay structure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C842"/>
                </a:solidFill>
                <a:latin typeface="Trebuchet MS"/>
              </a:defRPr>
            </a:pPr>
            <a:r>
              <a:t>Real-Time AI Tutor Grading &amp; Rubrics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🤖 Submit for Grading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Students write structured answers inside textareas and submit them directly to the AI Tutor with a single click.</a:t>
            </a:r>
          </a:p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🤖 Official Markscheme Alignment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The frontend formats a custom prompt embedding the question, the student's text, and the official IB markscheme criteria.</a:t>
            </a:r>
          </a:p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🤖 Score &amp; Feedback Streaming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The AI Tutor streams a simulated score, highlights awarded marking points, and provides clear coaching to achieve a Level 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C842"/>
                </a:solidFill>
                <a:latin typeface="Trebuchet MS"/>
              </a:defRPr>
            </a:pPr>
            <a:r>
              <a:t>Core Revision Mindmaps &amp;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🧠 Topic 1 Core Revision Mindmap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Visual ASCII map outline directly in the Guide tab showing links between EVS paradigms, system flows, energy laws, and natural capital.</a:t>
            </a:r>
          </a:p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🧠 EVS System Flow Diagram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Visual model mapping inputs (culture, media) -&gt; evaluation filter -&gt; outputs (environmental values/policies).</a:t>
            </a:r>
          </a:p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🧠 System Boundary &amp; Capital Flows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Annotated boundary exchange models comparing open/closed/isolated systems, alongside capital stock to annual yield replenishment flow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C842"/>
                </a:solidFill>
                <a:latin typeface="Trebuchet MS"/>
              </a:defRPr>
            </a:pPr>
            <a:r>
              <a:t>Syllabus Integration: IA &amp; EE Research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🔬 Internal Assessment (IA) Hub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Breaks down the 30-mark criteria and offers detailed experimental ideas (eutrophication kinetics, soil buffering) with brainstorm prompts for the tutor.</a:t>
            </a:r>
          </a:p>
          <a:p>
            <a:pPr>
              <a:spcBef>
                <a:spcPts val="800"/>
              </a:spcBef>
              <a:defRPr sz="2000" b="1">
                <a:solidFill>
                  <a:srgbClr val="F5C842"/>
                </a:solidFill>
                <a:latin typeface="Trebuchet MS"/>
              </a:defRPr>
            </a:pPr>
            <a:r>
              <a:t>🔬 Extended Essay (EE) Hub</a:t>
            </a:r>
          </a:p>
          <a:p>
            <a:pPr>
              <a:spcAft>
                <a:spcPts val="1000"/>
              </a:spcAft>
              <a:defRPr sz="1500">
                <a:solidFill>
                  <a:srgbClr val="F2F2FA"/>
                </a:solidFill>
                <a:latin typeface="Calibri"/>
              </a:defRPr>
            </a:pPr>
            <a:r>
              <a:t>Outlines the 34-mark interdisciplinary EE criteria and guides research questions (e.g. CCS vs afforestation) mapping Group 3 value analysis with Group 4 scientific measurements.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